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61" r:id="rId4"/>
    <p:sldId id="259" r:id="rId5"/>
    <p:sldId id="260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43"/>
    <p:restoredTop sz="96327"/>
  </p:normalViewPr>
  <p:slideViewPr>
    <p:cSldViewPr snapToGrid="0" snapToObjects="1">
      <p:cViewPr>
        <p:scale>
          <a:sx n="84" d="100"/>
          <a:sy n="84" d="100"/>
        </p:scale>
        <p:origin x="273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Prakash" userId="e4e799f2-2fa3-4ee9-b3ec-2fd490bbb6ad" providerId="ADAL" clId="{B23DA74A-E9DA-4D97-8101-98A93ED7E5F1}"/>
    <pc:docChg chg="modSld">
      <pc:chgData name="Christina Prakash" userId="e4e799f2-2fa3-4ee9-b3ec-2fd490bbb6ad" providerId="ADAL" clId="{B23DA74A-E9DA-4D97-8101-98A93ED7E5F1}" dt="2026-05-04T14:11:39.757" v="2" actId="6549"/>
      <pc:docMkLst>
        <pc:docMk/>
      </pc:docMkLst>
      <pc:sldChg chg="modSp mod">
        <pc:chgData name="Christina Prakash" userId="e4e799f2-2fa3-4ee9-b3ec-2fd490bbb6ad" providerId="ADAL" clId="{B23DA74A-E9DA-4D97-8101-98A93ED7E5F1}" dt="2026-05-04T14:11:39.757" v="2" actId="6549"/>
        <pc:sldMkLst>
          <pc:docMk/>
          <pc:sldMk cId="2443897469" sldId="262"/>
        </pc:sldMkLst>
        <pc:spChg chg="mod">
          <ac:chgData name="Christina Prakash" userId="e4e799f2-2fa3-4ee9-b3ec-2fd490bbb6ad" providerId="ADAL" clId="{B23DA74A-E9DA-4D97-8101-98A93ED7E5F1}" dt="2026-05-04T14:11:39.757" v="2" actId="6549"/>
          <ac:spMkLst>
            <pc:docMk/>
            <pc:sldMk cId="2443897469" sldId="262"/>
            <ac:spMk id="6" creationId="{30362444-8D2F-D34B-9291-A1434280B2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D18D-1B31-454C-B31D-CC45E2D7E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927A-06DA-DC42-BAAF-1E843B813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5E040-40B8-E348-9F60-C9C7A0DC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6C9F-D304-1C48-8765-97F5646C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C8571-D929-774E-BE59-B174697A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31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7355-7587-794F-84B8-741E5D6C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4C6E6-F369-C04E-BCF8-02A478FF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E5F8E-8DB5-E848-8439-766B42E1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EF2D-FE11-294B-9738-5A776D75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27830-5C46-DB45-8F4A-DB53898E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58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C4A9-D028-C74E-BED5-A11B897A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DCF46-BEB4-B54D-9D6C-90426BC30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4777-8E9A-BF44-B568-94E0AD95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A3061-FA1C-1E42-A12C-625894B5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C7699-4440-124A-9A60-38E60426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5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BD38-4480-E54F-911A-41AD9017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C8D5-96A1-4549-A177-C6FE4A350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1EA62-0DB0-584D-B5FE-C681174F0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FE329-7CE6-1345-8B24-F1B4DF49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B407-90C1-3741-9705-DE43A22A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4A9F-BD17-C141-8320-D5743C17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75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C191-5534-0048-904C-CC521527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171E8-9D01-9347-B540-5E0F12DE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538EA-8D9B-7747-BCB2-95C4B75DC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E51F8-64B5-2840-A806-9FC06EEC4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836C6-A1E4-2840-8776-15A5C0D1A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8D51D-CBAD-5F44-B4FA-E7381B5A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66564-6B85-A74A-A97D-C24248F8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102F6-8C52-524F-AA3D-3E34C88F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65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0E15-36DB-E449-A955-4CF3278E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1176E-4650-9545-B8DB-B3E5AA04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D992-F8F6-FA43-8568-F993D07E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0036D-EAFC-8849-B65E-4B1164EB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97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E8377A-2194-FF41-8665-6D098859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CD54B-1D17-9E48-B1AB-4C627CF3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34AD3-65D5-8342-A782-DB5DFC9D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50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23CB-D221-3D40-B6CD-F1DF9301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DE84-5973-D344-8DCA-D46A63DCF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1A464-874F-274A-A66D-7EE5CCAE2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22AFA-6237-A343-A19E-1AA175C0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B6A54-BCE9-1548-94D2-57ECB64B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8DAE2-94B6-5840-B7D8-49B552AC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1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0D2B-3E60-9744-8BF0-A95AAB82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8DB03-3F11-774E-AB08-1E1ED717E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92FD7-6AD4-C740-B248-DD72A2493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EC8C7-09D0-3C46-8C5C-B624EAE0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1590F-4F72-1F4B-A12E-E191442F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B0012-34BE-084F-8731-EAFC4D61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1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AD5B-BBDE-3246-8907-3DC0A4C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0C9C1-ACD4-634B-AAC4-B74FCF3BE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631E8-7696-3846-A766-13F83EB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46A4-F36F-F542-9B21-C65B0B96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48F5B-B197-AA49-BACE-7748D778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74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94C68-48C3-6E49-AAB8-70B7E14D2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7AD1A-9FB7-2A48-8015-FFA935A2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89308-677F-AD4A-A002-2EE92E41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92BF1-FDD4-784D-8BB2-AB491797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541C-33E2-0A4F-B6B1-EF868C5D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43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B793-1506-B94F-B311-F632B1248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4B8EB-8D2C-6140-87E0-C11A88231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53A8-F3F3-6642-B3AA-D95FFAAC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B7C03-9127-3645-A256-E3A7526C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906D6-FA09-4645-9B11-C765873C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513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F5D3-FE95-3A4C-9838-A969BA5E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255D-133C-BC4D-840B-597A5995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4B906-76C0-0D44-A6BB-0A900B1B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827D-B93F-494F-A72B-94E9FC14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5646B-2732-9949-BE33-A47659C6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120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2DD0-AC46-3946-91A8-F6E86153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FE555-2854-DF4A-BFD9-B25FF002E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2FDCA-4881-DA44-A9F8-E38CCEDD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A0558-4902-E145-8159-D5FDC6B8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1789-0525-5248-BCF3-E43872CB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15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21C3-0E32-564D-A541-2FEA5D540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8AB6-CEEA-1346-A110-CCBE85F2E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DABDE-84FF-AE46-8D9B-ED7EDFB06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EC0D5-E3D6-3449-B15C-976253E1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626C3-2373-554D-B833-173280F5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140C4-E634-D94C-A1CF-4B449B6C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52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E374-ADA9-7E49-942D-2477D4DB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3413B-951B-9748-AE17-9186C3660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F5D7F-3CE3-414D-AE75-724376C7F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74550-5D9E-5241-8549-CACAAC4F3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FB1A9-D59E-584F-AA4C-F82A5ACAF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EB4F9-5FAA-3147-92DF-58E3E2E2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85671-AFB4-D24A-BB72-5C13C11B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12B8D-329C-CA4A-B51E-62CCA9C9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307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ADCE-DECC-9A41-8537-C521371A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A9E5D-C0E4-D64A-8472-9E737FA9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FABBA-B5AF-824C-B33F-7BB91F11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807B8-D8DF-6F4E-8D47-04C6A598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734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AE48D4-66FD-1D43-A149-84140091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696BC-3DE9-6D43-9639-CC3CC63C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6C2FA-C65C-4A40-8F27-91FAD68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3925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0E79-4EB4-F349-9D0D-E897DCD1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1E7C-2AF2-0C45-AE6D-4A9EAADB9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13873-8419-CA4F-B0F9-AF5F69A54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8F84B-341D-5D43-9AA6-6EF18199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447FA-0523-594A-BAC6-2DD83091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49D3B-62E6-DE4E-8B52-649C3829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82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04E2-80EA-494E-9674-3BDBEE75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68F77-2F6C-BC47-B8D5-2A38D3D6F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E779E-3E0F-4D41-8303-70D4DFE83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5002B-D6FD-EC46-B3C6-73F6845B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9BECB-47C0-464B-B292-4D816A85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A71E9-FD30-1248-AEEF-B9576CB6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67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EFB7-C0B9-0443-AC89-29A09556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A6BC2-E5AF-3340-B107-5352E7B9B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86474-D75F-DA4E-A539-7BB4644F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2C5D-FE53-9240-8C96-F683525F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FBE3-436B-DE48-84EA-10DBF4FC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021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AB6A7-21D8-DC43-BB1F-B542563E1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5BFE0-8925-5948-B819-30CFDB7A1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89DDE-FEF4-3640-A2F3-CD553AFF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A50DD-FABD-7B4F-A950-D7F5BCDA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D2D77-A29A-CD42-9C6E-3E397C33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7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16B4E-C8C9-044A-BF51-05D7E282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8516A-5281-8449-B66D-A78287E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EF7A8-3DB1-F943-B9AF-50456B546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16927-2628-494B-956A-EDD3EA9D93B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0AFC-201E-1845-88FF-392723D23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4311-502A-CA43-B36F-7751E7E8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ACF84-A012-D74E-8E41-347D3FC49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40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9C309-6A7D-EA44-9A94-DC2ED20E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D2C8-8042-A747-81BA-AF9C12EC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35088-C8A0-DD42-BA49-C3BFD4410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9B761-F93C-5144-8512-D2770D1B51E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0D70D-CF3D-5B46-832D-BE788E11E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B921-7AE4-BE4C-A4DC-932469BE1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4AE6F-6D15-214B-AC5D-7EBD12395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44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2213-8C7B-2D4B-9FBC-C504BD6B7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320"/>
            <a:ext cx="9144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ASP3231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D3B12-A9D4-104F-B54E-F7A630971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9994"/>
            <a:ext cx="9144000" cy="1655762"/>
          </a:xfrm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05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10475-3DB1-ADF8-9D88-0FAD9C9B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B5F2-AB0F-5E67-8093-09A89A89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435B5-59BF-51AF-A73F-F543BD036D2C}"/>
              </a:ext>
            </a:extLst>
          </p:cNvPr>
          <p:cNvSpPr txBox="1"/>
          <p:nvPr/>
        </p:nvSpPr>
        <p:spPr>
          <a:xfrm>
            <a:off x="685799" y="1829547"/>
            <a:ext cx="108796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Assignment 1 is marked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Assignment 2 is available and due the end of next week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Keep across the videos and work through their notebooks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76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17D0-4CD4-FA4E-8D4C-C33A0FDB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C46A0-37A4-0A4C-9EAA-EC056F844178}"/>
              </a:ext>
            </a:extLst>
          </p:cNvPr>
          <p:cNvSpPr txBox="1"/>
          <p:nvPr/>
        </p:nvSpPr>
        <p:spPr>
          <a:xfrm>
            <a:off x="685799" y="1829547"/>
            <a:ext cx="108796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Combined images should be done (even if improvements needed)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Catalogues and photometry should be done (or close)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Diagrams (clusters, globular clusters, LMC)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Colours (globular clusters)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Comparison with main sequence and isochrones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Distance (or lower limits on distance)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Constrains on the age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today and the discussion forum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the notebook submission for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available 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now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837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BA330-4665-9170-0128-0864D73B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866F-E8DD-04A0-D2D9-28988681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Shifting B, V &amp; R to </a:t>
            </a:r>
            <a:r>
              <a:rPr lang="en-GB" dirty="0" err="1"/>
              <a:t>SeeStar</a:t>
            </a:r>
            <a:r>
              <a:rPr lang="en-GB" dirty="0"/>
              <a:t> Blue, Green &amp;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88A7D-3DBF-AF05-A504-4AB15999E2F0}"/>
              </a:ext>
            </a:extLst>
          </p:cNvPr>
          <p:cNvSpPr txBox="1"/>
          <p:nvPr/>
        </p:nvSpPr>
        <p:spPr>
          <a:xfrm>
            <a:off x="682171" y="4049483"/>
            <a:ext cx="108832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 err="1">
                <a:solidFill>
                  <a:prstClr val="black"/>
                </a:solidFill>
                <a:latin typeface="Calibri" panose="020F0502020204030204"/>
              </a:rPr>
              <a:t>SeeStar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 photometry is Vega-based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Green and Red 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are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similar to V and 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Blue is a bit different to standard V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Peak wavelength ~4500 Ang for Blue vs ~4000 Ang for B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Blue = B - 0.45836779 * (B-V) + 0.04156237 for 0.0&lt;B-V&lt;0.6)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09F55-D4E1-F664-1F70-F3D4DD38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857" y="1494971"/>
            <a:ext cx="4889619" cy="383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7D173-2FB2-41C5-8956-EAC1301F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2302-7DAE-90DF-833E-4E5F247D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9 Sparkler Talks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62444-8D2F-D34B-9291-A1434280B253}"/>
              </a:ext>
            </a:extLst>
          </p:cNvPr>
          <p:cNvSpPr txBox="1"/>
          <p:nvPr/>
        </p:nvSpPr>
        <p:spPr>
          <a:xfrm>
            <a:off x="685799" y="1829547"/>
            <a:ext cx="108796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second sparkler talks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slide – with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 Number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included in the filename &amp; the title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Check the observing schedule for your group number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slide by Thursday AM so I can make one presentation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Discuss what your object is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of its basic properties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data you’re using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analysis you will do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Why?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Explaining a topic to others is a good way of getting across the key points and identifying knowledge gaps.</a:t>
            </a:r>
          </a:p>
        </p:txBody>
      </p:sp>
    </p:spTree>
    <p:extLst>
      <p:ext uri="{BB962C8B-B14F-4D97-AF65-F5344CB8AC3E}">
        <p14:creationId xmlns:p14="http://schemas.microsoft.com/office/powerpoint/2010/main" val="244389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2C0AF-6152-4848-8D58-0A97207D0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1129" b="219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4116E0-EC72-294B-AE98-2B78A99B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FFFF"/>
                </a:solidFill>
              </a:rPr>
              <a:t>Group 10: NGC 1234</a:t>
            </a:r>
            <a:br>
              <a:rPr lang="en-GB" sz="2800" dirty="0">
                <a:solidFill>
                  <a:srgbClr val="FFFFFF"/>
                </a:solidFill>
              </a:rPr>
            </a:br>
            <a:br>
              <a:rPr lang="en-GB" sz="2800" dirty="0">
                <a:solidFill>
                  <a:srgbClr val="FFFFFF"/>
                </a:solidFill>
              </a:rPr>
            </a:br>
            <a:r>
              <a:rPr lang="en-GB" sz="1800" dirty="0" err="1">
                <a:solidFill>
                  <a:srgbClr val="FFFFFF"/>
                </a:solidFill>
              </a:rPr>
              <a:t>Onson</a:t>
            </a:r>
            <a:r>
              <a:rPr lang="en-GB" sz="1800" dirty="0">
                <a:solidFill>
                  <a:srgbClr val="FFFFFF"/>
                </a:solidFill>
              </a:rPr>
              <a:t> </a:t>
            </a:r>
            <a:r>
              <a:rPr lang="en-GB" sz="1800" dirty="0" err="1">
                <a:solidFill>
                  <a:srgbClr val="FFFFFF"/>
                </a:solidFill>
              </a:rPr>
              <a:t>Sweemey</a:t>
            </a:r>
            <a:r>
              <a:rPr lang="en-GB" sz="1800" dirty="0">
                <a:solidFill>
                  <a:srgbClr val="FFFFFF"/>
                </a:solidFill>
              </a:rPr>
              <a:t>, Rey </a:t>
            </a:r>
            <a:r>
              <a:rPr lang="en-GB" sz="1800" dirty="0" err="1">
                <a:solidFill>
                  <a:srgbClr val="FFFFFF"/>
                </a:solidFill>
              </a:rPr>
              <a:t>McSriff</a:t>
            </a:r>
            <a:r>
              <a:rPr lang="en-GB" sz="1800" dirty="0">
                <a:solidFill>
                  <a:srgbClr val="FFFFFF"/>
                </a:solidFill>
              </a:rPr>
              <a:t>, </a:t>
            </a:r>
            <a:r>
              <a:rPr lang="en-GB" sz="1800" dirty="0" err="1">
                <a:solidFill>
                  <a:srgbClr val="FFFFFF"/>
                </a:solidFill>
              </a:rPr>
              <a:t>Bobson</a:t>
            </a:r>
            <a:r>
              <a:rPr lang="en-GB" sz="1800" dirty="0">
                <a:solidFill>
                  <a:srgbClr val="FFFFFF"/>
                </a:solidFill>
              </a:rPr>
              <a:t> </a:t>
            </a:r>
            <a:r>
              <a:rPr lang="en-GB" sz="1800" dirty="0" err="1">
                <a:solidFill>
                  <a:srgbClr val="FFFFFF"/>
                </a:solidFill>
              </a:rPr>
              <a:t>Dugnutt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4551-81FD-8F4C-94A8-49C4D261D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A whatsit cluster of thingamies</a:t>
            </a:r>
          </a:p>
          <a:p>
            <a:r>
              <a:rPr lang="en-GB" dirty="0">
                <a:solidFill>
                  <a:srgbClr val="FFFFFF"/>
                </a:solidFill>
              </a:rPr>
              <a:t>Literature distances of ~9 kpc (e.g. </a:t>
            </a:r>
            <a:r>
              <a:rPr lang="en-GB" dirty="0" err="1">
                <a:solidFill>
                  <a:srgbClr val="FFFFFF"/>
                </a:solidFill>
              </a:rPr>
              <a:t>Dustice</a:t>
            </a:r>
            <a:r>
              <a:rPr lang="en-GB" dirty="0">
                <a:solidFill>
                  <a:srgbClr val="FFFFFF"/>
                </a:solidFill>
              </a:rPr>
              <a:t> 2009)</a:t>
            </a:r>
          </a:p>
          <a:p>
            <a:r>
              <a:rPr lang="en-GB" dirty="0">
                <a:solidFill>
                  <a:srgbClr val="FFFFFF"/>
                </a:solidFill>
              </a:rPr>
              <a:t>Literature ages of ~2 </a:t>
            </a:r>
            <a:r>
              <a:rPr lang="en-GB" dirty="0" err="1">
                <a:solidFill>
                  <a:srgbClr val="FFFFFF"/>
                </a:solidFill>
              </a:rPr>
              <a:t>Gyr</a:t>
            </a:r>
            <a:r>
              <a:rPr lang="en-GB" dirty="0">
                <a:solidFill>
                  <a:srgbClr val="FFFFFF"/>
                </a:solidFill>
              </a:rPr>
              <a:t> (e.g. Gride 2013)</a:t>
            </a:r>
          </a:p>
          <a:p>
            <a:r>
              <a:rPr lang="en-GB" dirty="0">
                <a:solidFill>
                  <a:srgbClr val="FFFFFF"/>
                </a:solidFill>
              </a:rPr>
              <a:t>BVR imaging of 23/3/2023 (cloudy) and 29/3/2023</a:t>
            </a:r>
          </a:p>
          <a:p>
            <a:r>
              <a:rPr lang="en-GB" dirty="0">
                <a:solidFill>
                  <a:srgbClr val="FFFFFF"/>
                </a:solidFill>
              </a:rPr>
              <a:t>Distance determined using HR diagram and comparison absolute magnitudes and colours of chocolate chip biscuits. </a:t>
            </a:r>
          </a:p>
          <a:p>
            <a:r>
              <a:rPr lang="en-GB" dirty="0">
                <a:solidFill>
                  <a:srgbClr val="FFFFFF"/>
                </a:solidFill>
              </a:rPr>
              <a:t>Thingamies masses determined using absolute magnitudes and luminosity-mass relation of </a:t>
            </a:r>
            <a:r>
              <a:rPr lang="en-GB" dirty="0" err="1">
                <a:solidFill>
                  <a:srgbClr val="FFFFFF"/>
                </a:solidFill>
              </a:rPr>
              <a:t>Dandleton</a:t>
            </a:r>
            <a:r>
              <a:rPr lang="en-GB" dirty="0">
                <a:solidFill>
                  <a:srgbClr val="FFFFFF"/>
                </a:solidFill>
              </a:rPr>
              <a:t> et al. (2004)</a:t>
            </a:r>
          </a:p>
          <a:p>
            <a:r>
              <a:rPr lang="en-GB" dirty="0">
                <a:solidFill>
                  <a:srgbClr val="FFFFFF"/>
                </a:solidFill>
              </a:rPr>
              <a:t>BVR combined images and catalogues done, currently fitting HR.</a:t>
            </a:r>
          </a:p>
          <a:p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D3CBA-1898-4E46-979C-E9690DAC26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23" t="19641" r="17550" b="29008"/>
          <a:stretch/>
        </p:blipFill>
        <p:spPr>
          <a:xfrm>
            <a:off x="8658076" y="0"/>
            <a:ext cx="3533903" cy="33239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2529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15345</TotalTime>
  <Words>344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Office Theme</vt:lpstr>
      <vt:lpstr>1_Office Theme</vt:lpstr>
      <vt:lpstr>ASP3231 Project</vt:lpstr>
      <vt:lpstr>Assignments</vt:lpstr>
      <vt:lpstr>Project</vt:lpstr>
      <vt:lpstr>Shifting B, V &amp; R to SeeStar Blue, Green &amp; Red</vt:lpstr>
      <vt:lpstr>Week 9 Sparkler Talks</vt:lpstr>
      <vt:lpstr>Group 10: NGC 1234  Onson Sweemey, Rey McSriff, Bobson Dugnutt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10: NGC 1234  Onson Sweemey, Rey McSriff, Bobson Dugnutt</dc:title>
  <dc:creator>Michael Brown</dc:creator>
  <cp:lastModifiedBy>Christina Prakash</cp:lastModifiedBy>
  <cp:revision>7</cp:revision>
  <cp:lastPrinted>2025-05-02T01:20:46Z</cp:lastPrinted>
  <dcterms:created xsi:type="dcterms:W3CDTF">2023-04-20T23:56:19Z</dcterms:created>
  <dcterms:modified xsi:type="dcterms:W3CDTF">2026-05-04T14:11:49Z</dcterms:modified>
</cp:coreProperties>
</file>